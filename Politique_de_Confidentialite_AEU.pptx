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8B"/>
                </a:solidFill>
              </a:defRPr>
            </a:pPr>
            <a:r>
              <a:t>Politique de Confidentialité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Association d'Entraide Universitaire</a:t>
            </a:r>
          </a:p>
          <a:p>
            <a:r>
              <a:t>Dernière mise à jour : X novembre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Cette Politique de Confidentialité vous informe sur les traitements de données à caractère personnel mis en œuvre dans le cadre des services en ligne fournis par l'AEU.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Sites concernés :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www.all-lacatho.fr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https://logement.all-lacatho.fr/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Objet : Informer sur les traitements de données et vos droits en matière de protection des données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Contact DPO : dpo@all-lacatho.fr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Structure : 2 parties principales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Description des traitements réalisés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Conditions de mise en œuvre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Responsable de Traitement et DPO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Responsable des traitements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Association d'Entraide Universitaire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SIRET : 783 685 696 00016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Adresse : 47 boulevard Vauban, 59000 Lille, France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Service DPO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Contact : dpo@all-lacatho.fr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Rôle : Référent pour la conformité au RGPD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Pour exercer vos droits ou poser vos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Prestataires Principaux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Prestataires récurrents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NEOWEB - Développement et maintenance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Infomaniak Network SA - Hébergement (Suisse)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JES Labs SA - Solution Moneweb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IRIGA-NETWORKS - Gestion locataires (WEASYLOC)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HOROQUARTZ - Cartes All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Mailjet - Solution d'emailing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Worldline &amp; SOGECOMMERCE - Paiement en ligne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CEGEDIM SANTÉ - Plateforme Maiia Agenda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Transferts Hors Union Européenne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Transferts de données 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Suisse (Infomaniak Network SA)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Niveau de protection équivalent reconnu par l'UE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Accords contractuels spécifiques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États-Unis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Google Ireland Limited (Analytics) - Clauses contractuelles types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Mailjet (Emailing) - Décision d'adéquation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Autres pays tiers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Worldline - Garanties appropriées selon normes PCI DSS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Conservation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Principe général de conservation 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Données de compte :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Tant que le compte est actif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Après suppression : anonymisation ou suppression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(sauf obligations légales/administratives)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Durées spécifiques :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Détaillées pour chaque traitement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Respect des obligations légales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Logs de connexion : 12 mois minimum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Partie 1 - Traitements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Les traitements réalisés dans le cadre des Services 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1. Gestion des comptes utilisateurs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2. Gestion des demandes d'attribution de logements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3. Commandes click and collect (restauration)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4. Demandes de devis (service traiteur)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5. Gestion des paiements et moyens de paiement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6. Demandes utilisateurs (formulaires)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7. Expérience utilisateur et amélioration du site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8. Simulation coûts vie étudiante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9. Prise de rendez-vous médicaux (CPSU)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10. Envoi de lettres d'information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1.1 Gestion des Comptes Utilisateurs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Fonctionnalités principales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Création de compte (prénom, nom, email, mot de passe chiffré)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Confirmation par email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Administration et permissions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Rapprochement avec comptes étudiants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Préférences notifications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Modification mots de passe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Authentification (cookies de session)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Conservation : Tant que compte actif + logs 12 mois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Prestataires : NEOWEB, Infomaniak Network 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1.2 Gestion des Demandes de Logements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Espace Locataire (WEASYLOC)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Création compte locataire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Demande/renouvellement logement étudiant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Identification, documents (identité, VISA)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Personne de confiance, garant financier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Choix résidence et type logement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Réduction préavis de baux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Conservation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Demande refusée : 3 mois puis suppression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Demande acceptée : durée du bail + 3 ans après fin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Prestataires : IRIGA-NETWORKS, SERVICES ET INFRASTRUCTURE SARL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1.3-1.4 Restauration &amp; Traiteur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Click and Collect Restauration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Commande en ligne (lieu, date/heure, contenu)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Compte Moneweb requis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Prestataires : NEOWEB, JES Labs SA, Le Casier Français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Demandes de Devis Traiteur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Formulaire complet (événement, prestation, commanditaire, facturation)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Conservation : durée traitement + fins comptables si accepté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Prestataires : NEOWEB, Infomaniak, SERVICES ET INFRASTRUCTURE SARL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1.5 Gestion des Paiements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Rechargement Carte All via Moneweb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Paiement par carte bancaire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Conservation CB : uniquement transaction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Prestataires : JES Labs SA, Worldline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Achat Carte All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Formulaire (INE, établissement, statut étudiant)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Paiement via Sogecommerce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Conservation : durée validité Carte All (max 3 ans)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Compte Utilisateur Moneweb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Création et gestion profil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Préférences notifications, appareils connectés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Prestataires : JES Labs 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1.5 Gestion des Paiements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Historiques et transactions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Consultation historiques paiement Moneweb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Reçus détaillés, historique transactions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Opérations portefeuille Moneweb (12 mois)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Associations de comptes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Compte All ↔ Compte Moneweb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Achats goodies &amp; salle de sport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Paiements en ligne (SOGECOMMERCE)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Normes PCI DSS respectées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Conservation : délais légaux comptables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1.6-1.10 Autres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Formulaires de contact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Traitement demandes reçues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Conservation : durée traitement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Analytics et amélioration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Google Tag Manager/Analytics (avec consentement)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Données anonymisées 14 mois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Préférences accessibilité (stockage local navigateur)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Simulation coûts vie étudiante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Estimation budget prévisionnel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Pas de conservation par défaut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Prise RDV médicaux (CPSU)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Plateforme Maiia Agenda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Conservation données santé : 20 ans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Lettres d'information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Emails promotionnels/information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Désinscription possible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Partie 2 - Conditions de Réalisation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Conditions de mise en œuvre des traitements 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1. Vos droits sur vos données personnelles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• 7 droits principaux (RGPD)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• Modalités d'exercice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• Contact DPO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2. Politique relative aux cookies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• Cookies nécessaires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• Cookies analytiques (consentement)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• Gestion des préférences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2.1 Vos Droits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Conformément au RGPD, vous disposez de 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1. Droit d'accès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Connaître vos données traitées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Obtenir une copie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2. Droit de rectification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Corriger données inexactes/incomplètes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3. Droit à l'effacement ("droit à l'oubli")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Suppression dans cas prévus par la loi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4. Droit à la limitation du traitement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Limiter usage de vos données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2.1 Vos Droits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5. Droit à la portabilité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Réception données format structuré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Transmission à autre responsable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6. Droit d'opposition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Opposition selon situation particulière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Sauf motifs légitimes impérieux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7. Droit au retrait du consentement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Retrait à tout moment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Applicable pour cookies, lettres d'info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2.1 Comment Exercer Vos Droits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Contact pour exercer vos droits 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📧 Email : dpo@all-lacatho.fr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📮 Courrier 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Association d'Entraide Universitaire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47 boulevard Vauban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59000 Lille, France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(À l'attention du DPO)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⏱️ Délai de réponse : 1 mois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(prolongation possible de 2 mois si demande complexe)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⚠️ Justification d'identité requise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(copie pièce d'identité peut être demandée)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2.1 Réclamation CNIL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En cas de difficulté, vous pouvez vous adresser à la CNIL 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📍 3 Place de Fontenoy - TSA 80715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75334 Paris Cedex 07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📞 Téléphone : 01 53 73 22 22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🌐 Site web : https://www.cnil.fr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📝 Formulaire : https://www.cnil.fr/fr/plaintes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💡 Nous vous encourageons à nous contacter en premier lieu (dpo@all-lacatho.fr) pour résoudre ensemble toute difficulté.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2.2 Politique Cookies - Nécessaires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🔒 Cookies nécessaires (toujours actifs) 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__Host-next-auth.csrf-token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Protection CSRF (session)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__Secure-next-auth.callback-url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URL redirection après connexion (session)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route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Répartition charge entre serveurs (session)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SRVGROUP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Répartition trafic / load balancing (session)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⚠️ Indispensables au fonctionnement sécurisé du site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2.2 Politique Cookies - Autres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💳 Cookies paiement (Stripe)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_stripe_mid (365 jours)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_stripe_sid (session)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m (730 jours)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📊 Cookies analytiques (consentement requis)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_ga (400 jours) - Google Analytics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_ga_6YGKT00P58 (400 jours)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⚙️ Cookies préférences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cookieyes-consent (365 jours)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Gestion des préférences via bandeau en bas de page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Modalités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Entrée en vigueur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X novembre 2025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Mises à jour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Modifications possibles à tout moment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Délai d'information : 30 jours avant entrée en vigueur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Notification pour modifications substantielles</a:t>
            </a:r>
          </a:p>
          <a:p>
            <a:pPr lvl="1"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→ Email ou notification interface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Contact 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📧 dpo@all-lacatho.fr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Pour toute question relative à cette Politique de Confidentialité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008B"/>
                </a:solidFill>
              </a:defRPr>
            </a:pPr>
            <a: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Association d'Entraide Universitaire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Protection de vos données personnelles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Respect du RGPD et de la loi Informatique et Libertés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📧 dpo@all-lacatho.fr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🌐 www.all-lacatho.fr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